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360152" cy="2468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メイリオ"/>
              </a:rPr>
              <a:t>サンプル資料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918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メイリオ"/>
              </a:rPr>
              <a:t>Markdownから直接PPTXを生成する例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262626"/>
                </a:solidFill>
                <a:latin typeface="メイリオ"/>
              </a:rPr>
              <a:t>2026年7月　山田太郎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1.  Markdownだけで作れる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2.  画像を入れる場合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3.  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Markdownだけで作れる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・config.json を書かなくても、このファイルを直接 make_pptx.py に渡すだけでPPTXが生成できる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・## がスライドの区切り、- が箇条書きになる（自動で「・」に変換される）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・1行空けて &gt; で始めると、左アクセント線付きの引用帯になる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486400"/>
            <a:ext cx="54864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559552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97D"/>
                </a:solidFill>
                <a:latin typeface="メイリオ"/>
              </a:rPr>
              <a:t>python3 make_pptx.py sample_slides.md で試せる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画像を入れる場合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・画像は ![説明](画像のパス) のMarkdown記法で書く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・複数並べると横並びで挿入され、アスペクト比を保ったまま高さが自動で揃う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・画像パスはこのMarkdownファイルからの相対パスで指定する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メイリオ"/>
              </a:rPr>
              <a:t>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メイリオ"/>
              </a:rPr>
              <a:t>・## 見出し + 箇条書き + &gt; 引用 + ![]() 画像、この4つだけ覚えればスライドが作れる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メイリオ"/>
              </a:rPr>
              <a:t>・より細かくレイアウトを制御したい場合は config.json（JSON形式）も引き続き使える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