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645920"/>
            <a:ext cx="10360152" cy="24688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82880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メイリオ"/>
              </a:rPr>
              <a:t>サンプル資料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91840"/>
            <a:ext cx="9875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FFFFFF"/>
                </a:solidFill>
                <a:latin typeface="メイリオ"/>
              </a:rPr>
              <a:t>Markdownから直接PPTXを生成する例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>
                <a:solidFill>
                  <a:srgbClr val="262626"/>
                </a:solidFill>
                <a:latin typeface="メイリオ"/>
              </a:rPr>
              <a:t>2026年7月　山田太郎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目次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  1.  Markdownだけで作れる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  2.  画像を入れる場合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  3.  まとめ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Markdownだけで作れる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・config.json を書かなくても、このファイルを直接 make_pptx.py に渡すだけでPPTXが生成できる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・## がスライドの区切り、- が箇条書きになる（自動で「・」に変換される）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・1行空けて &gt; で始めると、左アクセント線付きの引用帯になる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5486400"/>
            <a:ext cx="10698480" cy="822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5486400"/>
            <a:ext cx="54864" cy="8229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559552"/>
            <a:ext cx="1033272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F497D"/>
                </a:solidFill>
                <a:latin typeface="メイリオ"/>
              </a:rPr>
              <a:t>python3 make_pptx.py sample_slides.md で試せる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メイリオ"/>
              </a:rPr>
              <a:t>画像を入れる場合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・画像は ![説明](画像のパス) のMarkdown記法で書く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・複数並べると横並びで挿入され、アスペクト比を保ったまま高さが自動で揃う</a:t>
            </a:r>
          </a:p>
          <a:p>
            <a:pPr algn="l"/>
            <a:r>
              <a:rPr sz="2200" b="0">
                <a:solidFill>
                  <a:srgbClr val="262626"/>
                </a:solidFill>
                <a:latin typeface="メイリオ"/>
              </a:rPr>
              <a:t>・画像パスはこのMarkdownファイルからの相対パスで指定する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9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メイリオ"/>
              </a:rPr>
              <a:t>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4552" cy="45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メイリオ"/>
              </a:rPr>
              <a:t>・## 見出し + 箇条書き + &gt; 引用 + ![]() 画像、この4つだけ覚えればスライドが作れる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メイリオ"/>
              </a:rPr>
              <a:t>・より細かくレイアウトを制御したい場合は config.json（JSON形式）も引き続き使える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