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360152" cy="2468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メイリオ"/>
              </a:rPr>
              <a:t>Claude Code を活用した</a:t>
            </a:r>
          </a:p>
          <a:p>
            <a:pPr algn="ctr"/>
            <a:r>
              <a:rPr sz="4000" b="1">
                <a:solidFill>
                  <a:srgbClr val="FFFFFF"/>
                </a:solidFill>
                <a:latin typeface="メイリオ"/>
              </a:rPr>
              <a:t>気象データ分析・予測モデルの開発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29184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メイリオ"/>
              </a:rPr>
              <a:t>生成AI活用事例の報告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62626"/>
                </a:solidFill>
                <a:latin typeface="メイリオ"/>
              </a:rPr>
              <a:t>2026年7月　WXBC月例会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1.  生成AI活用から Claude Code による開発へ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2.  学習教材と参考資料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3.  3気象モデルによる進路予測の比較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4.  気象レーダー・衛星画像表示アプリ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5.  農業気象データによる太陽光発電量予測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6.  予測値と実測値の日次検証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7.  運用を通じた説明変数の見直し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  8.  まとめ・今後の展開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生成AI活用から Claude Code による開発へ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・約2年前より生成AIを利用したコード作成を開始。チャットベースでWebアプリの試作を実施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・その後AIエージェントの活用方法を知り、CLAUDE.md・plan.mdを用いたClaude Codeでの開発フローを導入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・チャットでの要件整理 → GitHubへのpush → ドキュメント化、という一連の流れを反復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・半年間で34件のリポジトリを作成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天気図・発電量予測・電力データ分析・ローカルLLM比較など、実用ニーズに応じてテーマを設定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学習教材と参考資料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・WXBC「気象データ分析チャレンジ」にてPython・気象データの取り扱い・機械学習の基礎を習得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・同講座を通じて農研機構メッシュ農業気象データ（AMD）の存在を確認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・黒良氏のNote連載記事を参考にGRIB2データの読み込み処理を実装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・公開されている教材コードをベースに、Claude Codeで機能追加・改修を実施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教材・サンプルコードを土台として、Claude Codeと共に機能を拡張していく開発スタイル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3気象モデルによる進路予測の比較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  <a:latin typeface="メイリオ"/>
              </a:rPr>
              <a:t>GSM（気象庁）・ECMWF（欧州中期予報センター）・GFS（米国）による地上気圧予報を並列表示</a:t>
            </a:r>
          </a:p>
          <a:p>
            <a:pPr algn="l"/>
            <a:r>
              <a:rPr sz="2000" b="0">
                <a:solidFill>
                  <a:srgbClr val="262626"/>
                </a:solidFill>
                <a:latin typeface="メイリオ"/>
              </a:rPr>
              <a:t>例: 2026年5月29日12UTC初期値、84時間予報</a:t>
            </a:r>
          </a:p>
        </p:txBody>
      </p:sp>
      <p:pic>
        <p:nvPicPr>
          <p:cNvPr id="5" name="Picture 4" descr="2026052912_FT084h_GSM_Surface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973" y="3383280"/>
            <a:ext cx="1821333" cy="2057400"/>
          </a:xfrm>
          <a:prstGeom prst="rect">
            <a:avLst/>
          </a:prstGeom>
        </p:spPr>
      </p:pic>
      <p:pic>
        <p:nvPicPr>
          <p:cNvPr id="6" name="Picture 5" descr="2026052912_FT084h_ECM_SurfacePress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93" y="3383280"/>
            <a:ext cx="1821333" cy="2057400"/>
          </a:xfrm>
          <a:prstGeom prst="rect">
            <a:avLst/>
          </a:prstGeom>
        </p:spPr>
      </p:pic>
      <p:pic>
        <p:nvPicPr>
          <p:cNvPr id="7" name="Picture 6" descr="2026052912_FT084h_GFS_SurfacePres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213" y="3383280"/>
            <a:ext cx="1821333" cy="2057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GSMを含む3モデル比較表示は独自開発。台風接近時の進路確認に活用している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気象レーダー・衛星画像表示アプリ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・公開されている実装をClaude Codeに読み込ませ、機能単位に分割したアプリを開発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・Webアプリ・iOSアプリ・Androidアプリを実装（現時点では非公開）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・既存の実装を参考にAIで機能を移植・改修する開発手法を採用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/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公開URL: https://masauehr.github.io/iphone-weather-app/radar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農業気象データによる太陽光発電量予測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・農研機構メッシュ農業気象データ（AMD）: 全国をメッシュ単位で網羅する気象データ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・WXBC「アメダス解析チャレンジ」の公開コードを参考にモデルを構築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・説明変数: 全天日射量・日照時間等の気象予報値／目的変数: 実測発電量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・手法: Random Forest。毎朝6:30に予測を自動更新し、GitHubで結果を公開・検証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予測値と実測値の日次検証</a:t>
            </a:r>
          </a:p>
        </p:txBody>
      </p:sp>
      <p:pic>
        <p:nvPicPr>
          <p:cNvPr id="4" name="Picture 3" descr="forecast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57800" cy="1615274"/>
          </a:xfrm>
          <a:prstGeom prst="rect">
            <a:avLst/>
          </a:prstGeom>
        </p:spPr>
      </p:pic>
      <p:pic>
        <p:nvPicPr>
          <p:cNvPr id="5" name="Picture 4" descr="monthly_avg_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861" y="1371600"/>
            <a:ext cx="3254477" cy="16152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3124034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124034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197186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精度評価は継続中。日次での予測・検証サイクルを運用している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メイリオ"/>
              </a:rPr>
              <a:t>運用を通じた説明変数の見直し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・初期モデルは説明変数の選定を含めて生成AIに一任し、一定の精度を確保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・運用開始から約1ヶ月後、予測値に異常が見られたため要因を調査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・5日前の日射量やその移動平均など、妥当性の低い説明変数が含まれていたことが判明</a:t>
            </a:r>
          </a:p>
          <a:p>
            <a:pPr algn="l"/>
            <a:r>
              <a:rPr sz="2200" b="0">
                <a:solidFill>
                  <a:srgbClr val="262626"/>
                </a:solidFill>
                <a:latin typeface="メイリオ"/>
              </a:rPr>
              <a:t>・説明変数を見直し、モデルを再構築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486400"/>
            <a:ext cx="54864" cy="822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55955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497D"/>
                </a:solidFill>
                <a:latin typeface="メイリオ"/>
              </a:rPr>
              <a:t>発電量予測は蓄電池の夜間充電判断にも活用。晴天予測時は太陽光発電を優先し、悪天候予測時は夜間電力で充電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メイリオ"/>
              </a:rPr>
              <a:t>まとめ・今後の展開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・開発中の各ツールは、運用しながら継続的に改善を実施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・ローカルLLM比較・電力データ分析についても並行して取り組み中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メイリオ"/>
              </a:rPr>
              <a:t>・今後の課題: 撮影した地衣類画像の自動分類手法の検討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