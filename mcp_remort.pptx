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360152" cy="2468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メイリオ"/>
              </a:rPr>
              <a:t>jma-mcp-remote 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918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メイリオ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62626"/>
                </a:solidFill>
                <a:latin typeface="メイリオ"/>
              </a:rPr>
              <a:t>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1.  jma-mcp-remote とは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2.  ローカル版との違い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3.  Renderへのデプロイ手順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4.  Claude.aiへの接続手順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5.  出典リンク表示設定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6.  クライアント別対応状況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7.  注意事項・今後の運用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jma-mcp-remote 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・jma_mcp（ローカルstdio版）をベースに、HTTP/SSE通信へ切り替えたリモートデプロイ版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・Renderにデプロイし、Claude.ai Web版・デスクトップアプリ・iPhone版から利用できる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・SSEエンドポイント: https://jma-mcp-remote.onrender.com/sse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・プロトコル: MCP（Model Context Protocol）/ HTTP + SSEベース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ローカル版との違い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・通信方式: stdio（ローカル版）→ HTTP+SSE（リモート版）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・起動方法: Claude Codeがサブプロセス起動 → Render上で常駐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・対応クライアント: Claude Code（CLI）のみ → Web版・デスクトップ・iPhoneすべて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・コスト: 無料（ローカル実行） vs Render無料プラン（スリープあり）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・ツールの実装内容は同一（server.pyを共有、全21種）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Renderへのデプロイ手順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・Renderダッシュボード（dashboard.render.com）で新規Web Serviceを作成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・GitHubリポジトリ masauehr/jma-mcp-remote を接続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・Build Command: pip install -r requirements.txt / Start Command: python server.py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・ログに「Uvicorn running on http://0.0.0.0:XXXXX」と出れば起動成功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Claude.aiへの接続手順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・設定 → コネクタ → カスタムコネクタを追加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・URLに https://jma-mcp-remote.onrender.com/sse を登録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・Web版で登録した設定はデスクトップアプリ・iPhone版にも自動共有される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・iPhone版もコネクタをONにすれば動作する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486400"/>
            <a:ext cx="54864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559552"/>
            <a:ext cx="1033272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F497D"/>
                </a:solidFill>
                <a:latin typeface="メイリオ"/>
              </a:rPr>
              <a:t>同じURLを再登録しようとすると「A server with this URL already exists.」と出るが、登録済みという意味なので問題ない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出典リンク表示設定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・Claude.aiではCLAUDE.mdが読み込まれないため、出典URLの表示にはProjectsの設定が必要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・Projects → 手順を編集、のカスタム指示欄に「ツール結果末尾の出典URLをそのまま表示すること」という指示を追加する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・この設定はWeb版・デスクトップアプリ・iPhone版すべてで共有される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クライアント別対応状況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・Claude Code（CLI）: ローカル版を使用（.mcp.json で接続）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・Claude.ai Web版・デスクトップアプリ: リモート版を使用（コネクタ登録済み）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・Claude iPhone版: リモート版を使用（コネクタをONにすれば動作）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・いずれのクライアントもMCP対応・気象庁データ取得が可能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メイリオ"/>
              </a:rPr>
              <a:t>注意事項・今後の運用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メイリオ"/>
              </a:rPr>
              <a:t>・Render無料プランは15分間アクセスがないとスリープし、次回アクセス時に起動まで30〜60秒かかる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メイリオ"/>
              </a:rPr>
              <a:t>・ローカル版（jma_mcp）にツールを追加した場合は、リモート版（jma_mcp_remote/server.py）にも同じ変更を反映する必要がある（差分は起動部分のみ）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メイリオ"/>
              </a:rPr>
              <a:t>・ローカル版とリモート版を併用し、用途（Claude CodeでのCLI利用か、Web・スマホでの利用か）に応じて使い分けるのが実用的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